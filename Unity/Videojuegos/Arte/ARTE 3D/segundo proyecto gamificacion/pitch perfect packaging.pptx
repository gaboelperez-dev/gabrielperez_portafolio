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6/10/2021</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‹Nº›</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6/10/2021</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‹Nº›</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6/10/2021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257300" y="2909102"/>
            <a:ext cx="4800600" cy="299639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633864" y="2909102"/>
            <a:ext cx="4800600" cy="299639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6/10/2021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6/10/2021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6/10/2021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6/10/2021</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‹Nº›</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6/10/2021</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6/10/2021</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‹Nº›</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MX" dirty="0" err="1"/>
              <a:t>perfect</a:t>
            </a:r>
            <a:r>
              <a:rPr lang="es-MX" dirty="0"/>
              <a:t> </a:t>
            </a:r>
            <a:r>
              <a:rPr lang="es-MX" dirty="0" err="1"/>
              <a:t>packaging</a:t>
            </a:r>
            <a:r>
              <a:rPr lang="es-MX" dirty="0"/>
              <a:t/>
            </a:r>
            <a:br>
              <a:rPr lang="es-MX" dirty="0"/>
            </a:br>
            <a:endParaRPr lang="es-MX" dirty="0"/>
          </a:p>
        </p:txBody>
      </p:sp>
      <p:sp>
        <p:nvSpPr>
          <p:cNvPr id="3" name="Subtítulo 2"/>
          <p:cNvSpPr>
            <a:spLocks noGrp="1"/>
          </p:cNvSpPr>
          <p:nvPr>
            <p:ph type="subTitle" idx="1"/>
          </p:nvPr>
        </p:nvSpPr>
        <p:spPr/>
        <p:txBody>
          <a:bodyPr>
            <a:normAutofit lnSpcReduction="10000"/>
          </a:bodyPr>
          <a:lstStyle/>
          <a:p>
            <a:r>
              <a:rPr lang="es-MX" dirty="0" smtClean="0"/>
              <a:t>Gabriel perez campos</a:t>
            </a:r>
          </a:p>
          <a:p>
            <a:r>
              <a:rPr lang="es-MX" dirty="0" err="1" smtClean="0"/>
              <a:t>gamificacion</a:t>
            </a:r>
            <a:endParaRPr lang="es-MX" dirty="0"/>
          </a:p>
        </p:txBody>
      </p:sp>
    </p:spTree>
    <p:extLst>
      <p:ext uri="{BB962C8B-B14F-4D97-AF65-F5344CB8AC3E}">
        <p14:creationId xmlns:p14="http://schemas.microsoft.com/office/powerpoint/2010/main" val="920522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introducción:</a:t>
            </a:r>
          </a:p>
        </p:txBody>
      </p:sp>
      <p:sp>
        <p:nvSpPr>
          <p:cNvPr id="3" name="Marcador de contenido 2"/>
          <p:cNvSpPr>
            <a:spLocks noGrp="1"/>
          </p:cNvSpPr>
          <p:nvPr>
            <p:ph idx="1"/>
          </p:nvPr>
        </p:nvSpPr>
        <p:spPr/>
        <p:txBody>
          <a:bodyPr/>
          <a:lstStyle/>
          <a:p>
            <a:r>
              <a:rPr lang="es-MX" dirty="0"/>
              <a:t>esta propuesta de juego es basada principalmente en mi trabajo puesto que en mi trabajo lo principal es la empaquetada de productos en caja, yo recuerdo que de niño jugaba en la computadora un juego de hacer pasteles donde te pedían un pastel de una forma pues en este juego será algo parecido el cliente nos hará cierto pedido y nosotros tenemos que irlo formando a como él nos lo haya pedido en este caso tendremos diferentes maquinas que nos dará la mercancía para al final poder empaquetarlo, lo que estaremos vendiendo serán cobijas.</a:t>
            </a:r>
          </a:p>
        </p:txBody>
      </p:sp>
    </p:spTree>
    <p:extLst>
      <p:ext uri="{BB962C8B-B14F-4D97-AF65-F5344CB8AC3E}">
        <p14:creationId xmlns:p14="http://schemas.microsoft.com/office/powerpoint/2010/main" val="1591523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p:txBody>
          <a:bodyPr/>
          <a:lstStyle/>
          <a:p>
            <a:r>
              <a:rPr lang="es-MX" dirty="0" smtClean="0"/>
              <a:t>Este juego será en 2d tengo planeado que se podría crear de 2-6 meses según la dedicación que le de a dicho juego.</a:t>
            </a:r>
          </a:p>
          <a:p>
            <a:r>
              <a:rPr lang="es-MX" dirty="0" smtClean="0"/>
              <a:t>Seria para jugarlo en computadora o celulares. </a:t>
            </a:r>
          </a:p>
          <a:p>
            <a:r>
              <a:rPr lang="es-MX" dirty="0" smtClean="0"/>
              <a:t>Para crearlo trataría de usar principalmente la plataforma de Godot .</a:t>
            </a:r>
          </a:p>
          <a:p>
            <a:endParaRPr lang="es-MX" dirty="0"/>
          </a:p>
        </p:txBody>
      </p:sp>
    </p:spTree>
    <p:extLst>
      <p:ext uri="{BB962C8B-B14F-4D97-AF65-F5344CB8AC3E}">
        <p14:creationId xmlns:p14="http://schemas.microsoft.com/office/powerpoint/2010/main" val="1712591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199427" y="283030"/>
            <a:ext cx="10178322" cy="3593591"/>
          </a:xfrm>
        </p:spPr>
        <p:txBody>
          <a:bodyPr/>
          <a:lstStyle/>
          <a:p>
            <a:r>
              <a:rPr lang="es-MX" dirty="0" smtClean="0"/>
              <a:t>El juego será algo parecido al juego de </a:t>
            </a:r>
            <a:r>
              <a:rPr lang="es-MX" dirty="0" err="1" smtClean="0"/>
              <a:t>purple</a:t>
            </a:r>
            <a:r>
              <a:rPr lang="es-MX" dirty="0" smtClean="0"/>
              <a:t> place en el cual se trataba de hacer pasteles en este juego trataremos de hacer cobertores frazadas o edredones para después enviarlos por paquetería, el juego estará formado por tres etapas:</a:t>
            </a:r>
            <a:endParaRPr lang="es-MX" dirty="0"/>
          </a:p>
        </p:txBody>
      </p:sp>
      <p:sp>
        <p:nvSpPr>
          <p:cNvPr id="4" name="AutoShape 2" descr="Purble Place - Descargar para PC Grat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1028" name="Picture 4" descr="Purble Place - Descargar para PC Grat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0365" y="1428206"/>
            <a:ext cx="7553124" cy="4770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984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Pedido:</a:t>
            </a:r>
            <a:endParaRPr lang="es-MX" dirty="0"/>
          </a:p>
        </p:txBody>
      </p:sp>
      <p:sp>
        <p:nvSpPr>
          <p:cNvPr id="3" name="Marcador de contenido 2"/>
          <p:cNvSpPr>
            <a:spLocks noGrp="1"/>
          </p:cNvSpPr>
          <p:nvPr>
            <p:ph idx="1"/>
          </p:nvPr>
        </p:nvSpPr>
        <p:spPr>
          <a:xfrm>
            <a:off x="1312638" y="2547258"/>
            <a:ext cx="3120025" cy="3593591"/>
          </a:xfrm>
        </p:spPr>
        <p:txBody>
          <a:bodyPr/>
          <a:lstStyle/>
          <a:p>
            <a:r>
              <a:rPr lang="es-MX" dirty="0" smtClean="0"/>
              <a:t>En esta parte nos darán un pedido de uno o mas productos a base de imágenes para saber que producto realizar</a:t>
            </a:r>
            <a:endParaRPr lang="es-MX" dirty="0"/>
          </a:p>
        </p:txBody>
      </p:sp>
      <p:pic>
        <p:nvPicPr>
          <p:cNvPr id="2050" name="Picture 2" descr="Purble Place - Descargar para PC Grat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4009" y="1280160"/>
            <a:ext cx="5295991" cy="336520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p:cNvCxnSpPr/>
          <p:nvPr/>
        </p:nvCxnSpPr>
        <p:spPr>
          <a:xfrm flipV="1">
            <a:off x="4249783" y="1994263"/>
            <a:ext cx="1776548" cy="131499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4542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Realización del pedido: </a:t>
            </a:r>
            <a:endParaRPr lang="es-MX" dirty="0"/>
          </a:p>
        </p:txBody>
      </p:sp>
      <p:sp>
        <p:nvSpPr>
          <p:cNvPr id="3" name="Marcador de contenido 2"/>
          <p:cNvSpPr>
            <a:spLocks noGrp="1"/>
          </p:cNvSpPr>
          <p:nvPr>
            <p:ph idx="1"/>
          </p:nvPr>
        </p:nvSpPr>
        <p:spPr>
          <a:xfrm>
            <a:off x="1251678" y="1371601"/>
            <a:ext cx="4165053" cy="5229496"/>
          </a:xfrm>
        </p:spPr>
        <p:txBody>
          <a:bodyPr>
            <a:normAutofit fontScale="85000" lnSpcReduction="20000"/>
          </a:bodyPr>
          <a:lstStyle/>
          <a:p>
            <a:r>
              <a:rPr lang="es-MX" dirty="0" smtClean="0"/>
              <a:t>En esta parte empezaremos con unas sola maquina la cual será para escoger y fabricar el producto ya sea frazada cobertor o edredón , conforme vaya avanzando el juego podremos conseguir dinero para poder comprar mas maquinas y mejorarlas.</a:t>
            </a:r>
          </a:p>
          <a:p>
            <a:r>
              <a:rPr lang="es-MX" dirty="0" smtClean="0"/>
              <a:t>La segunda maquina seria para darle color a la tela,</a:t>
            </a:r>
          </a:p>
          <a:p>
            <a:r>
              <a:rPr lang="es-MX" dirty="0" smtClean="0"/>
              <a:t>La tercera seria para ponerle algún estampado a la tela </a:t>
            </a:r>
          </a:p>
          <a:p>
            <a:r>
              <a:rPr lang="es-MX" dirty="0" smtClean="0"/>
              <a:t>Y la cuarta seria para fabricar ponerle una bolsa al cobertor frazada o edredón </a:t>
            </a:r>
          </a:p>
          <a:p>
            <a:r>
              <a:rPr lang="es-MX" dirty="0" smtClean="0"/>
              <a:t>Todas estas maquinas se irán comprando conforme vayas ganando dinero y así poder tener mas ganancias y mejores productos,</a:t>
            </a:r>
          </a:p>
          <a:p>
            <a:r>
              <a:rPr lang="es-MX" dirty="0" smtClean="0"/>
              <a:t>Tendrás opciones como en la imagen de referencia para escoger en cada parte lo que pida el cliente.</a:t>
            </a:r>
          </a:p>
          <a:p>
            <a:endParaRPr lang="es-MX" dirty="0" smtClean="0"/>
          </a:p>
          <a:p>
            <a:endParaRPr lang="es-MX" dirty="0"/>
          </a:p>
        </p:txBody>
      </p:sp>
      <p:pic>
        <p:nvPicPr>
          <p:cNvPr id="4" name="Picture 2" descr="Purble Place - Descargar para PC Grat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4009" y="1280160"/>
            <a:ext cx="5295991" cy="336520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recto de flecha 5"/>
          <p:cNvCxnSpPr/>
          <p:nvPr/>
        </p:nvCxnSpPr>
        <p:spPr>
          <a:xfrm flipV="1">
            <a:off x="5486400" y="2177143"/>
            <a:ext cx="1402080" cy="300445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7" name="Conector recto de flecha 6"/>
          <p:cNvCxnSpPr/>
          <p:nvPr/>
        </p:nvCxnSpPr>
        <p:spPr>
          <a:xfrm flipV="1">
            <a:off x="5638800" y="3979817"/>
            <a:ext cx="1110343" cy="135418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239698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Empaque:</a:t>
            </a:r>
            <a:endParaRPr lang="es-MX" dirty="0"/>
          </a:p>
        </p:txBody>
      </p:sp>
      <p:sp>
        <p:nvSpPr>
          <p:cNvPr id="3" name="Marcador de contenido 2"/>
          <p:cNvSpPr>
            <a:spLocks noGrp="1"/>
          </p:cNvSpPr>
          <p:nvPr>
            <p:ph idx="1"/>
          </p:nvPr>
        </p:nvSpPr>
        <p:spPr>
          <a:xfrm>
            <a:off x="1251678" y="1375954"/>
            <a:ext cx="4478562" cy="4807131"/>
          </a:xfrm>
        </p:spPr>
        <p:txBody>
          <a:bodyPr/>
          <a:lstStyle/>
          <a:p>
            <a:r>
              <a:rPr lang="es-MX" dirty="0" smtClean="0"/>
              <a:t>En esta parte toca empaquetar el pedido para hacer el envió aquí tendrás dos maquinas una para fabricar la caja y otra para sellarlo el objetivo es mejorar las maquinas para </a:t>
            </a:r>
            <a:r>
              <a:rPr lang="es-MX" dirty="0" err="1" smtClean="0"/>
              <a:t>asi</a:t>
            </a:r>
            <a:r>
              <a:rPr lang="es-MX" dirty="0" smtClean="0"/>
              <a:t> poder hacer fabricar cajas mas grandes para hacer pedidos mas grandes o poder tener mejores herramientas para sellar las cajas.</a:t>
            </a:r>
            <a:endParaRPr lang="es-MX" dirty="0"/>
          </a:p>
        </p:txBody>
      </p:sp>
      <p:pic>
        <p:nvPicPr>
          <p:cNvPr id="5" name="Picture 2" descr="Purble Place - Descargar para PC Grat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4009" y="1280160"/>
            <a:ext cx="5295991" cy="336520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recto de flecha 6"/>
          <p:cNvCxnSpPr/>
          <p:nvPr/>
        </p:nvCxnSpPr>
        <p:spPr>
          <a:xfrm flipV="1">
            <a:off x="5521234" y="3048000"/>
            <a:ext cx="5077097" cy="43542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979590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94626" y="722812"/>
            <a:ext cx="5018493" cy="5635752"/>
          </a:xfrm>
        </p:spPr>
        <p:txBody>
          <a:bodyPr>
            <a:normAutofit/>
          </a:bodyPr>
          <a:lstStyle/>
          <a:p>
            <a:r>
              <a:rPr lang="es-MX" dirty="0" smtClean="0"/>
              <a:t>El objetivo de este juego es ganar dinero para poder mejorar la empresa pero ojo,</a:t>
            </a:r>
            <a:r>
              <a:rPr lang="es-MX" dirty="0"/>
              <a:t> Cada elaboración en la fábrica lleva un costo lo cual provocara que si te equivocas en la realización de un producto traerá como consecuencia que al final de la elaboración el producto se ira a la basura lo que te causara perdidas económicas y te podría llevar a la bancarrota, pero si realizas tu pedido bien el pedido se entregara y tendrás el cobro total restándole el costo de producción donde veras tu ganancia.</a:t>
            </a:r>
            <a:endParaRPr lang="es-MX" dirty="0"/>
          </a:p>
        </p:txBody>
      </p:sp>
      <p:pic>
        <p:nvPicPr>
          <p:cNvPr id="4" name="Picture 2" descr="Purble Place - Descargar para PC Grat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4009" y="1280160"/>
            <a:ext cx="5295991" cy="336520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recto de flecha 5"/>
          <p:cNvCxnSpPr/>
          <p:nvPr/>
        </p:nvCxnSpPr>
        <p:spPr>
          <a:xfrm>
            <a:off x="5808617" y="2264229"/>
            <a:ext cx="4929052" cy="1410788"/>
          </a:xfrm>
          <a:prstGeom prst="straightConnector1">
            <a:avLst/>
          </a:prstGeom>
          <a:ln>
            <a:solidFill>
              <a:schemeClr val="accent5">
                <a:lumMod val="75000"/>
              </a:schemeClr>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1473853"/>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Distintivo</Template>
  <TotalTime>29</TotalTime>
  <Words>478</Words>
  <Application>Microsoft Office PowerPoint</Application>
  <PresentationFormat>Panorámica</PresentationFormat>
  <Paragraphs>21</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Gill Sans MT</vt:lpstr>
      <vt:lpstr>Impact</vt:lpstr>
      <vt:lpstr>Badge</vt:lpstr>
      <vt:lpstr>perfect packaging </vt:lpstr>
      <vt:lpstr>introducción:</vt:lpstr>
      <vt:lpstr>Presentación de PowerPoint</vt:lpstr>
      <vt:lpstr>Presentación de PowerPoint</vt:lpstr>
      <vt:lpstr>Pedido:</vt:lpstr>
      <vt:lpstr>Realización del pedido: </vt:lpstr>
      <vt:lpstr>Empaque: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perfect packaging</dc:title>
  <dc:creator>gabriel perez</dc:creator>
  <cp:lastModifiedBy>gabriel perez</cp:lastModifiedBy>
  <cp:revision>4</cp:revision>
  <dcterms:created xsi:type="dcterms:W3CDTF">2021-06-10T23:01:47Z</dcterms:created>
  <dcterms:modified xsi:type="dcterms:W3CDTF">2021-06-10T23:30:55Z</dcterms:modified>
</cp:coreProperties>
</file>